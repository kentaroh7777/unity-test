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2"/>
    <p:restoredTop sz="94761"/>
  </p:normalViewPr>
  <p:slideViewPr>
    <p:cSldViewPr snapToGrid="0">
      <p:cViewPr>
        <p:scale>
          <a:sx n="137" d="100"/>
          <a:sy n="137" d="100"/>
        </p:scale>
        <p:origin x="5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82182-9AD9-C648-80E8-89AE3FE51DE4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ECDD7-BCDF-9946-8E53-F0DF45311D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230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ECDD7-BCDF-9946-8E53-F0DF45311D4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4940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A4B63B-B63F-02DC-9F5C-11AC22A4B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800466B-985B-7D65-59BF-B8A827F32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2013B9-2D92-CE73-0319-2AD7721F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D02C-500B-CC4F-97F0-B347041E317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F26793-09C8-68C1-DABE-26592687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359B23-567C-9D11-943C-B59CB2E72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BA63E-C327-D34C-B8E6-679DA81A2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94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2460B3-4641-162B-DBEC-9C737989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8512B2-1091-2EE0-5218-C9F3B707E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9F099F-E3C9-DCA3-0124-8D6D72535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D02C-500B-CC4F-97F0-B347041E317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6FA15C-219E-9293-BE7F-2AAF2F88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213631-FD39-CE36-CFEB-600C62D7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BA63E-C327-D34C-B8E6-679DA81A2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382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832FA8-5248-646C-C043-C25CB933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D65748-3C55-2500-10AB-77DF56CEA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9BB8C3-ACBB-870E-2A8E-8909CF5C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D02C-500B-CC4F-97F0-B347041E317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DED943-57F2-7B07-0368-305FB80DE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DEEAB1-953E-E4C7-010B-D30069FD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BA63E-C327-D34C-B8E6-679DA81A2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79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811006-26B7-8B51-CFD9-35DDBFEC2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02C939-1844-52BB-9F19-31BA85499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04FBBB-C2E5-D369-F2BE-1B896BE82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F2A8A9-9D8C-10D4-E88B-73F9E7E9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D02C-500B-CC4F-97F0-B347041E317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CB46AD-E38F-A6A7-45A0-51F5B9A6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D0A979-491E-C37D-1C3F-76C7114C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BA63E-C327-D34C-B8E6-679DA81A2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70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2973AD-2D73-7064-71DE-BF32CC59D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E9755F-9E0B-2725-19E7-65D452326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A05BD88-189B-6123-9B73-2688F8231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E994254-E957-8EC3-2B36-3C71D3192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A3F720-C25F-DA5F-5EA1-4A33795B1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330D07F-9A30-966C-F01A-4E3E4CEF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D02C-500B-CC4F-97F0-B347041E317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930C06E-19A4-FF46-F806-F06C4573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F9BBD20-6F3D-2283-97E8-5294AB16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BA63E-C327-D34C-B8E6-679DA81A2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06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FD234A-C04E-FE43-82C8-91EDFCEC8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8296F33-9EAF-AC17-D30E-B0E64F3D2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D02C-500B-CC4F-97F0-B347041E317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23669B8-B8E6-65BA-2C7E-C8958934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6B75963-8FDE-BEE7-9AF4-9F009EE1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BA63E-C327-D34C-B8E6-679DA81A2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281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DEE3A20-70A3-D3FC-0FFC-DE7D7E49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D02C-500B-CC4F-97F0-B347041E317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04F5E39-4938-BECD-A97C-D65F2E618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A309B4-BE73-77FF-8B88-CAD7D2C2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BA63E-C327-D34C-B8E6-679DA81A2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9272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142074-98AE-0E33-D465-CA27743FC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659645-FF1E-8CA2-CFD5-E2462ABC1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1456F63-2575-5CE2-9281-D9489EFFE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7CB972-67A9-2DE4-6161-8E0E1A24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D02C-500B-CC4F-97F0-B347041E317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512F0D-08EA-9768-C1B8-81410459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3786A2-B455-E338-7F26-1FC679EA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BA63E-C327-D34C-B8E6-679DA81A2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0378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6A83B-4168-B4AE-4324-46C986002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4F8659-34C9-861A-1328-364BFCA51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7E082B-2F26-F2FA-0978-CC816CA1F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5680AE-8C64-F6BF-62C1-9FD586488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D02C-500B-CC4F-97F0-B347041E317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4A2FA6-F219-C8F6-9AEF-D412360A5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C55F5AF-706F-4A8C-28A4-786873D1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BA63E-C327-D34C-B8E6-679DA81A2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7141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303066-9422-5335-6CFB-324C0DC1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EFBF53-7FA9-D78D-590B-12ACCB77B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734680-FFC0-B5EF-2B41-6BCC12A0A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D02C-500B-CC4F-97F0-B347041E317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4A781-2820-98D3-143A-8B1D8651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D9CD33-7A23-AA69-40BB-7870DEB8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BA63E-C327-D34C-B8E6-679DA81A2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696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7410392-DB10-2D9E-9E6F-1898071382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556074-1B51-088C-91DD-CA1E54F54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F3C696-54AA-CBA0-1F57-1C828B03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D02C-500B-CC4F-97F0-B347041E317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494B3B-D6EC-5C88-3013-F9813CDEA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199FBC-A05B-5663-040C-2F65F6C65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BA63E-C327-D34C-B8E6-679DA81A2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2516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C245475-E348-3EBA-DA6A-3C354EE6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7CA34A-A1B5-E424-2BA4-F4C022A01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5F7F1F-D33E-2316-771A-BA2E7991B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1D02C-500B-CC4F-97F0-B347041E3176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6A819E-B3CE-4060-0658-38B33D77F4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6845F5-502E-1E7C-D62F-D637F875D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BA63E-C327-D34C-B8E6-679DA81A2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359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図 27" descr="衣料, シャツ, スーツ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921B745-F9B8-41B7-FF13-6E428C2B5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595" y="289250"/>
            <a:ext cx="5372600" cy="6088948"/>
          </a:xfrm>
          <a:prstGeom prst="rect">
            <a:avLst/>
          </a:prstGeom>
        </p:spPr>
      </p:pic>
      <p:pic>
        <p:nvPicPr>
          <p:cNvPr id="38" name="図 37" descr="立つ, スーツ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908601C-1CCA-53E6-6EE2-A5E144E5E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876" y="151007"/>
            <a:ext cx="5506074" cy="6240217"/>
          </a:xfrm>
          <a:prstGeom prst="rect">
            <a:avLst/>
          </a:prstGeom>
        </p:spPr>
      </p:pic>
      <p:pic>
        <p:nvPicPr>
          <p:cNvPr id="22" name="図 21" descr="おもちゃ, 人形, スキー, 持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8C4CE79-1178-7F60-9FD4-C1B089C48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7048" y="-1223845"/>
            <a:ext cx="3802571" cy="846072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9E8DA74-168C-F9D3-9E89-99FF0084C5F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0085" y="0"/>
            <a:ext cx="4572000" cy="6858000"/>
          </a:xfrm>
          <a:prstGeom prst="rect">
            <a:avLst/>
          </a:prstGeom>
        </p:spPr>
      </p:pic>
      <p:pic>
        <p:nvPicPr>
          <p:cNvPr id="9" name="図 8" descr="おもちゃ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92FAF90-8A59-98C4-A6BD-017FB47AD7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544" y="360161"/>
            <a:ext cx="1117178" cy="1160352"/>
          </a:xfrm>
          <a:prstGeom prst="rect">
            <a:avLst/>
          </a:prstGeom>
        </p:spPr>
      </p:pic>
      <p:pic>
        <p:nvPicPr>
          <p:cNvPr id="24" name="図 23" descr="フロント, スーツ, 男, 立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5B51FCF-008B-5639-E639-6C0FB57794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0974" y="1520513"/>
            <a:ext cx="1480210" cy="4792364"/>
          </a:xfrm>
          <a:prstGeom prst="rect">
            <a:avLst/>
          </a:prstGeom>
        </p:spPr>
      </p:pic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7BAEE49-1908-3A31-3A8B-478141133B80}"/>
              </a:ext>
            </a:extLst>
          </p:cNvPr>
          <p:cNvSpPr/>
          <p:nvPr/>
        </p:nvSpPr>
        <p:spPr>
          <a:xfrm>
            <a:off x="2972137" y="1269091"/>
            <a:ext cx="339047" cy="349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C647D61-244C-225A-F3F4-F6ECE9D366EA}"/>
              </a:ext>
            </a:extLst>
          </p:cNvPr>
          <p:cNvSpPr/>
          <p:nvPr/>
        </p:nvSpPr>
        <p:spPr>
          <a:xfrm>
            <a:off x="1830974" y="1220769"/>
            <a:ext cx="339047" cy="349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82A52D55-6082-6816-ABEB-02DC289EF125}"/>
              </a:ext>
            </a:extLst>
          </p:cNvPr>
          <p:cNvCxnSpPr>
            <a:cxnSpLocks/>
          </p:cNvCxnSpPr>
          <p:nvPr/>
        </p:nvCxnSpPr>
        <p:spPr>
          <a:xfrm>
            <a:off x="2385503" y="6246604"/>
            <a:ext cx="82700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52018367-E1AA-1B8C-5987-33C121AFE69C}"/>
              </a:ext>
            </a:extLst>
          </p:cNvPr>
          <p:cNvCxnSpPr>
            <a:cxnSpLocks/>
          </p:cNvCxnSpPr>
          <p:nvPr/>
        </p:nvCxnSpPr>
        <p:spPr>
          <a:xfrm>
            <a:off x="2385503" y="670008"/>
            <a:ext cx="90538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310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</Words>
  <Application>Microsoft Macintosh PowerPoint</Application>
  <PresentationFormat>ワイド画面</PresentationFormat>
  <Paragraphs>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林健太郎</dc:creator>
  <cp:lastModifiedBy>林健太郎</cp:lastModifiedBy>
  <cp:revision>3</cp:revision>
  <dcterms:created xsi:type="dcterms:W3CDTF">2025-10-08T00:03:38Z</dcterms:created>
  <dcterms:modified xsi:type="dcterms:W3CDTF">2025-10-08T00:54:44Z</dcterms:modified>
</cp:coreProperties>
</file>